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Interactive Process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Terminal-Based Process Controller •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Developed in C on Ubuntu.</a:t>
            </a:r>
          </a:p>
          <a:p>
            <a:pPr>
              <a:defRPr sz="2200"/>
            </a:pPr>
            <a:r>
              <a:t>Interactive terminal interface for process-related commands.</a:t>
            </a:r>
          </a:p>
          <a:p>
            <a:pPr>
              <a:defRPr sz="2200"/>
            </a:pPr>
            <a:r>
              <a:t>Reads and parses user commands.</a:t>
            </a:r>
          </a:p>
          <a:p>
            <a:pPr>
              <a:defRPr sz="2200"/>
            </a:pPr>
            <a:r>
              <a:t>Creates and executes Linux processes.</a:t>
            </a:r>
          </a:p>
          <a:p>
            <a:pPr>
              <a:defRPr sz="2200"/>
            </a:pPr>
            <a:r>
              <a:t>Inspects process information through /proc.</a:t>
            </a:r>
          </a:p>
          <a:p>
            <a:pPr>
              <a:defRPr sz="2200"/>
            </a:pPr>
            <a:r>
              <a:t>Controls processes using Linux signals.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→ REPL → Parser → Process Manager</a:t>
            </a:r>
          </a:p>
          <a:p>
            <a:pPr>
              <a:defRPr sz="2200"/>
            </a:pPr>
            <a:r>
              <a:t>Input: malloc/realloc/free</a:t>
            </a:r>
          </a:p>
          <a:p>
            <a:pPr>
              <a:defRPr sz="2200"/>
            </a:pPr>
            <a:r>
              <a:t>Parsing: strtok() → token array / argv[]</a:t>
            </a:r>
          </a:p>
          <a:p>
            <a:pPr>
              <a:defRPr sz="2200"/>
            </a:pPr>
            <a:r>
              <a:t>Execution: fork() → child → execvp()</a:t>
            </a:r>
          </a:p>
          <a:p>
            <a:pPr>
              <a:defRPr sz="2200"/>
            </a:pPr>
            <a:r>
              <a:t>Foreground synchronization: waitpid()</a:t>
            </a:r>
          </a:p>
          <a:p>
            <a:pPr>
              <a:defRPr sz="2200"/>
            </a:pPr>
            <a:r>
              <a:t>Inspection: /proc/&lt;PID&gt;/status</a:t>
            </a:r>
          </a:p>
          <a:p>
            <a:pPr>
              <a:defRPr sz="2200"/>
            </a:pPr>
            <a:r>
              <a:t>Control: kill(PID, SIGNAL)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Core OS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Process = program in execution.</a:t>
            </a:r>
          </a:p>
          <a:p>
            <a:pPr>
              <a:defRPr sz="2200"/>
            </a:pPr>
            <a:r>
              <a:t>PID identifies a process; PPID identifies its parent.</a:t>
            </a:r>
          </a:p>
          <a:p>
            <a:pPr>
              <a:defRPr sz="2200"/>
            </a:pPr>
            <a:r>
              <a:t>fork() creates a child process.</a:t>
            </a:r>
          </a:p>
          <a:p>
            <a:pPr>
              <a:defRPr sz="2200"/>
            </a:pPr>
            <a:r>
              <a:t>execvp() loads the requested program into the child.</a:t>
            </a:r>
          </a:p>
          <a:p>
            <a:pPr>
              <a:defRPr sz="2200"/>
            </a:pPr>
            <a:r>
              <a:t>waitpid() synchronizes the parent with a child.</a:t>
            </a:r>
          </a:p>
          <a:p>
            <a:pPr>
              <a:defRPr sz="2200"/>
            </a:pPr>
            <a:r>
              <a:t>System calls can fail, so perror() is used for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Process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Command: info &lt;PID&gt;</a:t>
            </a:r>
          </a:p>
          <a:p>
            <a:pPr>
              <a:defRPr sz="2200"/>
            </a:pPr>
            <a:r>
              <a:t>Reads /proc/&lt;PID&gt;/status.</a:t>
            </a:r>
          </a:p>
          <a:p>
            <a:pPr>
              <a:defRPr sz="2200"/>
            </a:pPr>
            <a:r>
              <a:t>Displays Name, State, PID and PPID.</a:t>
            </a:r>
          </a:p>
          <a:p>
            <a:pPr>
              <a:defRPr sz="2200"/>
            </a:pPr>
            <a:r>
              <a:t>/proc is a Linux virtual filesystem interface for kernel/process information.</a:t>
            </a:r>
          </a:p>
          <a:p>
            <a:pPr>
              <a:defRPr sz="2200"/>
            </a:pPr>
            <a:r>
              <a:t>Process states can include sleeping, running, stopped and zombie.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Process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pause &lt;PID&gt; → SIGSTOP</a:t>
            </a:r>
          </a:p>
          <a:p>
            <a:pPr>
              <a:defRPr sz="2200"/>
            </a:pPr>
            <a:r>
              <a:t>resume &lt;PID&gt; → SIGCONT</a:t>
            </a:r>
          </a:p>
          <a:p>
            <a:pPr>
              <a:defRPr sz="2200"/>
            </a:pPr>
            <a:r>
              <a:t>terminate &lt;PID&gt; → SIGTERM</a:t>
            </a:r>
          </a:p>
          <a:p>
            <a:pPr>
              <a:defRPr sz="2200"/>
            </a:pPr>
            <a:r>
              <a:t>kill &lt;PID&gt; → SIGKILL</a:t>
            </a:r>
          </a:p>
          <a:p>
            <a:pPr>
              <a:defRPr sz="2200"/>
            </a:pPr>
            <a:r>
              <a:t>kill() means sending a signal; it does not inherently mean force-killing.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Start: ./bin/process_manager</a:t>
            </a:r>
          </a:p>
          <a:p>
            <a:pPr>
              <a:defRPr sz="2200"/>
            </a:pPr>
            <a:r>
              <a:t>help</a:t>
            </a:r>
          </a:p>
          <a:p>
            <a:pPr>
              <a:defRPr sz="2200"/>
            </a:pPr>
            <a:r>
              <a:t>runbg sleep 1000</a:t>
            </a:r>
          </a:p>
          <a:p>
            <a:pPr>
              <a:defRPr sz="2200"/>
            </a:pPr>
            <a:r>
              <a:t>info &lt;PID&gt;</a:t>
            </a:r>
          </a:p>
          <a:p>
            <a:pPr>
              <a:defRPr sz="2200"/>
            </a:pPr>
            <a:r>
              <a:t>pause &lt;PID&gt; → info &lt;PID&gt;</a:t>
            </a:r>
          </a:p>
          <a:p>
            <a:pPr>
              <a:defRPr sz="2200"/>
            </a:pPr>
            <a:r>
              <a:t>resume &lt;PID&gt; → info &lt;PID&gt;</a:t>
            </a:r>
          </a:p>
          <a:p>
            <a:pPr>
              <a:defRPr sz="2200"/>
            </a:pPr>
            <a:r>
              <a:t>terminate &lt;PID&gt; → info &lt;PID&gt;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Zombie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terminated child can temporarily appear as Z (zombie).</a:t>
            </a:r>
          </a:p>
          <a:p>
            <a:pPr>
              <a:defRPr sz="2200"/>
            </a:pPr>
            <a:r>
              <a:t>The child has finished execution but the parent has not collected its exit status.</a:t>
            </a:r>
          </a:p>
          <a:p>
            <a:pPr>
              <a:defRPr sz="2200"/>
            </a:pPr>
            <a:r>
              <a:t>Foreground run uses waitpid(), so it reaps the child.</a:t>
            </a:r>
          </a:p>
          <a:p>
            <a:pPr>
              <a:defRPr sz="2200"/>
            </a:pPr>
            <a:r>
              <a:t>Our current runbg checkpoint does not yet reap background children.</a:t>
            </a:r>
          </a:p>
          <a:p>
            <a:pPr>
              <a:defRPr sz="2200"/>
            </a:pPr>
            <a:r>
              <a:t>Future improvement: SIGCHLD + waitpid(..., WNOHANG).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What We Have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 modular source/header files</a:t>
            </a:r>
          </a:p>
          <a:p>
            <a:pPr>
              <a:defRPr sz="2200"/>
            </a:pPr>
            <a:r>
              <a:t>malloc(), realloc(), free()</a:t>
            </a:r>
          </a:p>
          <a:p>
            <a:pPr>
              <a:defRPr sz="2200"/>
            </a:pPr>
            <a:r>
              <a:t>strtok() and argv[]</a:t>
            </a:r>
          </a:p>
          <a:p>
            <a:pPr>
              <a:defRPr sz="2200"/>
            </a:pPr>
            <a:r>
              <a:t>fork(), execvp(), waitpid()</a:t>
            </a:r>
          </a:p>
          <a:p>
            <a:pPr>
              <a:defRPr sz="2200"/>
            </a:pPr>
            <a:r>
              <a:t>/proc/&lt;PID&gt;/status</a:t>
            </a:r>
          </a:p>
          <a:p>
            <a:pPr>
              <a:defRPr sz="2200"/>
            </a:pPr>
            <a:r>
              <a:t>kill(), SIGSTOP, SIGCONT, SIGTERM, SIGKILL</a:t>
            </a:r>
          </a:p>
          <a:p>
            <a:pPr>
              <a:defRPr sz="2200"/>
            </a:pPr>
            <a:r>
              <a:t>perror(), getpid() and PID/PPID concepts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Current Project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Working Current process-management implementation.</a:t>
            </a:r>
          </a:p>
          <a:p>
            <a:pPr>
              <a:defRPr sz="2200"/>
            </a:pPr>
            <a:r>
              <a:t>Compilation and current commands tested.</a:t>
            </a:r>
          </a:p>
          <a:p>
            <a:pPr>
              <a:defRPr sz="2200"/>
            </a:pPr>
            <a:r>
              <a:t>GitHub push has NOT been completed yet.</a:t>
            </a:r>
          </a:p>
          <a:p>
            <a:pPr>
              <a:defRPr sz="2200"/>
            </a:pPr>
            <a:r>
              <a:t>The teacher's material also specifies built-ins such as cd, pwd, clear, exit and env.</a:t>
            </a:r>
          </a:p>
          <a:p>
            <a:pPr>
              <a:defRPr sz="2200"/>
            </a:pPr>
            <a:r>
              <a:t>Those exact built-ins are not yet part of the current implementation.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Next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Add the required built-in command milestone.</a:t>
            </a:r>
          </a:p>
          <a:p>
            <a:pPr>
              <a:defRPr sz="2200"/>
            </a:pPr>
            <a:r>
              <a:t>Then improve background process management.</a:t>
            </a:r>
          </a:p>
          <a:p>
            <a:pPr>
              <a:defRPr sz="2200"/>
            </a:pPr>
            <a:r>
              <a:t>Add proper zombie reaping.</a:t>
            </a:r>
          </a:p>
          <a:p>
            <a:pPr>
              <a:defRPr sz="2200"/>
            </a:pPr>
            <a:r>
              <a:t>Add process listing and richer monitoring.</a:t>
            </a:r>
          </a:p>
          <a:p>
            <a:pPr>
              <a:defRPr sz="2200"/>
            </a:pPr>
            <a:r>
              <a:t>Improve Makefile, README, tests and screenshots.</a:t>
            </a:r>
          </a:p>
          <a:p>
            <a:pPr>
              <a:defRPr sz="2200"/>
            </a:pPr>
            <a:r>
              <a:t>Keep later features separate from the Project checkpoint.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Process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